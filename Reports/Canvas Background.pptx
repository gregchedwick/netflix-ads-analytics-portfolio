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E3D52"/>
    <a:srgbClr val="31364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9" autoAdjust="0"/>
    <p:restoredTop sz="94660"/>
  </p:normalViewPr>
  <p:slideViewPr>
    <p:cSldViewPr snapToGrid="0">
      <p:cViewPr varScale="1">
        <p:scale>
          <a:sx n="80" d="100"/>
          <a:sy n="80" d="100"/>
        </p:scale>
        <p:origin x="62" y="29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reg Chedwick" userId="0d0f91ba35c267b7" providerId="LiveId" clId="{5B66BA8E-8B7B-4366-B5B3-5A0C3BCF0A2F}"/>
    <pc:docChg chg="modSld">
      <pc:chgData name="Greg Chedwick" userId="0d0f91ba35c267b7" providerId="LiveId" clId="{5B66BA8E-8B7B-4366-B5B3-5A0C3BCF0A2F}" dt="2026-07-20T00:47:12.464" v="62" actId="207"/>
      <pc:docMkLst>
        <pc:docMk/>
      </pc:docMkLst>
      <pc:sldChg chg="modSp mod">
        <pc:chgData name="Greg Chedwick" userId="0d0f91ba35c267b7" providerId="LiveId" clId="{5B66BA8E-8B7B-4366-B5B3-5A0C3BCF0A2F}" dt="2026-07-20T00:47:12.464" v="62" actId="207"/>
        <pc:sldMkLst>
          <pc:docMk/>
          <pc:sldMk cId="2231213706" sldId="256"/>
        </pc:sldMkLst>
        <pc:spChg chg="mod">
          <ac:chgData name="Greg Chedwick" userId="0d0f91ba35c267b7" providerId="LiveId" clId="{5B66BA8E-8B7B-4366-B5B3-5A0C3BCF0A2F}" dt="2026-07-20T00:47:12.464" v="62" actId="207"/>
          <ac:spMkLst>
            <pc:docMk/>
            <pc:sldMk cId="2231213706" sldId="256"/>
            <ac:spMk id="4" creationId="{A0C1F3AA-1474-33F2-8F82-741328FDCC9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6A954-D3A8-EB14-1805-C1EE629EDB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32DC88-8A8B-3D86-3AD2-84B9AD150D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32B4DB-ED93-1312-1044-6C3E0B041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77969-34A5-4D8E-8450-B9A3D75C9F4A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6B465E-43A6-3B00-7096-4360626162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9827EF-0F1F-2E26-0CCA-594274889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C8357-740B-46CF-A7B8-AD43CBA53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880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39BE2-F9B0-8639-64BE-E30AAB017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B77E95-CA4F-0F37-26B1-391AED5EDB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6F1F49-89B5-5D05-C89E-B59E09C35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77969-34A5-4D8E-8450-B9A3D75C9F4A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274135-7F52-8753-75BC-CA5A4639E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114A9F-7FA0-0760-BD9B-77EA552FF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C8357-740B-46CF-A7B8-AD43CBA53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7649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70CA0-F563-7B9A-2B7D-890C1FFEA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45CA3-AEC7-F7D2-C5F1-9FBC2C1E6F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22847D-D345-67D7-02D4-973B0CD23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77969-34A5-4D8E-8450-B9A3D75C9F4A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FB0D39-A55B-6260-7D5D-912689D07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3EB46F-3228-53CA-D149-585F5EA52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C8357-740B-46CF-A7B8-AD43CBA53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7440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FFACB-825B-C0EC-1887-00E75FBCD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FB5106-1FEE-9DAC-AE29-0C064861FD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8CF4D1-1A58-1C75-048F-A4137C0664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4AAB21-176E-62BC-B5B8-B387074AE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77969-34A5-4D8E-8450-B9A3D75C9F4A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01052C-418D-BA01-259E-549134AB1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43A0F1-56D6-0137-1BFC-1825119AC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C8357-740B-46CF-A7B8-AD43CBA53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493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B4BAD-4309-1E69-2F14-20ABF4F320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675E6D-3FF8-ECB6-1B7C-7D8CA13498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623987-AE9D-1C63-E0CB-43B0CF151A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47709A-ED0C-9742-04B8-C76978B3DB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9B305B-B9C1-FFA4-5C23-7ECBACA09A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7004F0-C85A-E170-5F8D-D65A76C22C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77969-34A5-4D8E-8450-B9A3D75C9F4A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82262B-39F7-E052-787C-08FA2B4E3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D1E3AFB-9068-BFEB-1AA6-E640D33D4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C8357-740B-46CF-A7B8-AD43CBA53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5406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07994-38D9-FB44-2964-A0A681FFA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8D2BE6-1875-A9BF-702B-93E0A31A2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77969-34A5-4D8E-8450-B9A3D75C9F4A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E15002-6B30-3DEA-0F00-115486A49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2B0C67-387F-294E-7373-5DA2B0C49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C8357-740B-46CF-A7B8-AD43CBA53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5384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04E35A-6678-8E92-AFCC-7D05D01731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77969-34A5-4D8E-8450-B9A3D75C9F4A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73CF7E-22C1-2D5F-7E88-52DC472EC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9E5531-8E1E-71DA-CFC4-AE7F3893E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C8357-740B-46CF-A7B8-AD43CBA53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7845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EA5B9-A1D3-EA8C-5CD3-E41F3D701B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1E3146-68C9-3705-8801-D0B4CA0914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D14954-1A8B-4ECB-6D4D-4DCF0A5A96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7DFDBB-6FCF-99FD-8DF6-5E6531475B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77969-34A5-4D8E-8450-B9A3D75C9F4A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A2AC85-760C-C617-118D-AA5C8EA196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BC873C-5704-50C3-8044-62A7597B9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C8357-740B-46CF-A7B8-AD43CBA53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141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21393-DFB7-28D1-A3EE-9BCA85D9BE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4A7AC7A-DD9C-8B72-AAFD-771514D331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17BE54-8EB9-82DB-913B-07362C7259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03F57D-8E11-BA67-796B-E8E0CF645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77969-34A5-4D8E-8450-B9A3D75C9F4A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8B0C70-8C8D-9A53-D592-C5B681E71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26CF76-5BB0-0EDD-8941-ECEE5AC21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C8357-740B-46CF-A7B8-AD43CBA53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5689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09474-17FA-3B10-1359-AB094FF88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CC749C-5AB0-922D-8D58-40398A67C1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28397-DD77-6E2F-DD34-6E1B3E632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77969-34A5-4D8E-8450-B9A3D75C9F4A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8FDB8C-5120-511F-216F-E3962E12A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5302C6-CBBC-2226-1FE2-318B4B4F1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C8357-740B-46CF-A7B8-AD43CBA53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4504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4E5046-6901-EA15-6CDA-6D6AA4CED9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EBFA02-360A-2643-078C-98122DFB40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137844-569F-C60A-54CA-C8E25C570C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77969-34A5-4D8E-8450-B9A3D75C9F4A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327A5F-D4DA-60DC-F4A6-5B67110B3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49428B-4EDF-109C-DBE9-5EF6EC58B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C8357-740B-46CF-A7B8-AD43CBA53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079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06BB11-138F-1F94-5D7C-277B0984F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0E165F-32F5-3001-3FA3-CAA18D0874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9B26A0-C566-2C91-4587-2D54BBCF88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E77969-34A5-4D8E-8450-B9A3D75C9F4A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4CF70A-EE14-BBB2-32DC-33EC52500A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C0DFAA-6158-5F80-928F-5CB39D9BFC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0C8357-740B-46CF-A7B8-AD43CBA53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3954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0C1F3AA-1474-33F2-8F82-741328FDCC9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95000"/>
                  <a:lumOff val="5000"/>
                </a:schemeClr>
              </a:gs>
              <a:gs pos="72000">
                <a:schemeClr val="tx1">
                  <a:lumMod val="85000"/>
                  <a:lumOff val="15000"/>
                </a:schemeClr>
              </a:gs>
              <a:gs pos="100000">
                <a:schemeClr val="tx1">
                  <a:lumMod val="75000"/>
                  <a:lumOff val="2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2137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Greg Chedwick</dc:creator>
  <cp:lastModifiedBy>Greg Chedwick</cp:lastModifiedBy>
  <cp:revision>1</cp:revision>
  <dcterms:created xsi:type="dcterms:W3CDTF">2024-09-09T19:34:40Z</dcterms:created>
  <dcterms:modified xsi:type="dcterms:W3CDTF">2026-07-20T00:47:19Z</dcterms:modified>
</cp:coreProperties>
</file>